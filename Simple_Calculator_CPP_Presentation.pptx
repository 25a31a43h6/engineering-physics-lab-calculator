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Simple Calculator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Engineering Physics Lab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create a simple calculator using C++.</a:t>
            </a:r>
          </a:p>
          <a:p>
            <a:r>
              <a:t>• To perform arithmetic operations using switch case.</a:t>
            </a:r>
          </a:p>
          <a:p>
            <a:r>
              <a:t>• To handle division by zero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the program.</a:t>
            </a:r>
          </a:p>
          <a:p>
            <a:r>
              <a:t>Read two numbers from the user.</a:t>
            </a:r>
          </a:p>
          <a:p>
            <a:r>
              <a:t>Read an operator (+, -, *, /).</a:t>
            </a:r>
          </a:p>
          <a:p>
            <a:r>
              <a:t>Use switch case to perform the operation.</a:t>
            </a:r>
          </a:p>
          <a:p>
            <a:r>
              <a:t>Display the result.</a:t>
            </a:r>
          </a:p>
          <a:p>
            <a:r>
              <a:t>Stop the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using namespace std;</a:t>
            </a:r>
          </a:p>
          <a:p/>
          <a:p>
            <a:r>
              <a:t>int main() {</a:t>
            </a:r>
          </a:p>
          <a:p>
            <a:r>
              <a:t>    char op;</a:t>
            </a:r>
          </a:p>
          <a:p>
            <a:r>
              <a:t>    double num1, num2, result;</a:t>
            </a:r>
          </a:p>
          <a:p/>
          <a:p>
            <a:r>
              <a:t>    cout &lt;&lt; "Simple Calculator\n";</a:t>
            </a:r>
          </a:p>
          <a:p>
            <a:r>
              <a:t>    cout &lt;&lt; "Enter first number: ";</a:t>
            </a:r>
          </a:p>
          <a:p>
            <a:r>
              <a:t>    cin &gt;&gt; num1;</a:t>
            </a:r>
          </a:p>
          <a:p/>
          <a:p>
            <a:r>
              <a:t>    cout &lt;&lt; "Enter operator (+, -, *, /): ";</a:t>
            </a:r>
          </a:p>
          <a:p>
            <a:r>
              <a:t>    cin &gt;&gt; op;</a:t>
            </a:r>
          </a:p>
          <a:p/>
          <a:p>
            <a:r>
              <a:t>    cout &lt;&lt; "Enter second number: ";</a:t>
            </a:r>
          </a:p>
          <a:p>
            <a:r>
              <a:t>    cin &gt;&gt; num2;</a:t>
            </a:r>
          </a:p>
          <a:p/>
          <a:p>
            <a:r>
              <a:t>    switch(op) {</a:t>
            </a:r>
          </a:p>
          <a:p>
            <a:r>
              <a:t>        case '+':</a:t>
            </a:r>
          </a:p>
          <a:p>
            <a:r>
              <a:t>            result = num1 + num2;</a:t>
            </a:r>
          </a:p>
          <a:p>
            <a:r>
              <a:t>            cout &lt;&lt; "Result = " &lt;&lt; result;</a:t>
            </a:r>
          </a:p>
          <a:p>
            <a:r>
              <a:t>            break;</a:t>
            </a:r>
          </a:p>
          <a:p/>
          <a:p>
            <a:r>
              <a:t>        case '-':</a:t>
            </a:r>
          </a:p>
          <a:p>
            <a:r>
              <a:t>            result = num1 - num2;</a:t>
            </a:r>
          </a:p>
          <a:p>
            <a:r>
              <a:t>            cout &lt;&lt; "Result = " &lt;&lt; result;</a:t>
            </a:r>
          </a:p>
          <a:p>
            <a:r>
              <a:t>            break;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Calculator</a:t>
            </a:r>
          </a:p>
          <a:p>
            <a:r>
              <a:t>Enter first number: 10</a:t>
            </a:r>
          </a:p>
          <a:p>
            <a:r>
              <a:t>Enter operator (+, -, *, /): *</a:t>
            </a:r>
          </a:p>
          <a:p>
            <a:r>
              <a:t>Enter second number: 5</a:t>
            </a:r>
          </a:p>
          <a:p>
            <a:r>
              <a:t>Result =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calculator program successfully performs arithmetic operations using switch case statements in C++. It is simple, efficient, and demonstrates basic programming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